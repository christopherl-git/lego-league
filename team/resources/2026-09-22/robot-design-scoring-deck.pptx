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today: everyone looks at the same pictures and scores the four designs independently, then we compare. Disagreements are the useful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Criterion 3, squaring, is the one people get wrong. Flat faces only help if nothing sticks out past them - a wheel touching the wall first means the robot pivots instead of squaring.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225 steps is several meetings. It also needs four motors, which is probably more than one core set - check our inventory before anyone falls in love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best squaring. Its frame gives real flat faces, but check whether the front wheel is proud of them - that is the one thing that would spoil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design we cannot see properly. Watching the 12 minute video together is worth it - the attachment identification idea is good enough to borrow whichever robot we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Gummy Bears won the World Festival Robot Design Award, so the pedigree is real - but pedigree is about the builders, not this robot. Score what we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round the table one criterion at a time rather than one robot at a time - it keeps the scale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scoring, the Reference Scores tab has the review's numbers. Compare, argue, and record where we disagreed - that is genuinely good Robot Design judging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Zh5O4pW1y4" TargetMode="External"/><Relationship Id="rId1" Type="http://schemas.openxmlformats.org/officeDocument/2006/relationships/image" Target="../media/image-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685800"/>
            <a:ext cx="1051560" cy="1051560"/>
          </a:xfrm>
          <a:prstGeom prst="ellipse">
            <a:avLst/>
          </a:prstGeom>
          <a:solidFill>
            <a:srgbClr val="D9913A"/>
          </a:solidFill>
          <a:ln/>
        </p:spPr>
      </p:sp>
      <p:sp>
        <p:nvSpPr>
          <p:cNvPr id="3" name="Shape 1"/>
          <p:cNvSpPr/>
          <p:nvPr/>
        </p:nvSpPr>
        <p:spPr>
          <a:xfrm>
            <a:off x="11201400" y="1783080"/>
            <a:ext cx="566928" cy="566928"/>
          </a:xfrm>
          <a:prstGeom prst="ellipse">
            <a:avLst/>
          </a:prstGeom>
          <a:solidFill>
            <a:srgbClr val="A96A1F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2148840"/>
            <a:ext cx="347472" cy="347472"/>
          </a:xfrm>
          <a:prstGeom prst="ellipse">
            <a:avLst/>
          </a:prstGeom>
          <a:solidFill>
            <a:srgbClr val="D991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Design Scoring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base robots, six criteria, one afternoon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robots together, score them together, then fill in the spreadsheet.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it's a Giraffe!   ·   21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things we are scoring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robot 1 (poor) to 5 (excellent). If we have not tested it, leave it blank rather than guessing.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2E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74520"/>
            <a:ext cx="420624" cy="420624"/>
          </a:xfrm>
          <a:prstGeom prst="ellipse">
            <a:avLst/>
          </a:prstGeom>
          <a:solidFill>
            <a:srgbClr val="D991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8013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 match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1488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look like robots that win? Compact box shape, wheels near the middle, hub low and flat.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2EF"/>
          </a:solidFill>
          <a:ln/>
        </p:spPr>
      </p:sp>
      <p:sp>
        <p:nvSpPr>
          <p:cNvPr id="10" name="Shape 8"/>
          <p:cNvSpPr/>
          <p:nvPr/>
        </p:nvSpPr>
        <p:spPr>
          <a:xfrm>
            <a:off x="6611112" y="1874520"/>
            <a:ext cx="420624" cy="420624"/>
          </a:xfrm>
          <a:prstGeom prst="ellipse">
            <a:avLst/>
          </a:prstGeom>
          <a:solidFill>
            <a:srgbClr val="D991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1111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96328" y="18013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swap speed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96328" y="21488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can we change a tool at base? Time ten swaps with a stopwatch.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27832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2E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502152"/>
            <a:ext cx="420624" cy="420624"/>
          </a:xfrm>
          <a:prstGeom prst="ellipse">
            <a:avLst/>
          </a:prstGeom>
          <a:solidFill>
            <a:srgbClr val="D991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4290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7764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back and sides, and they must be the WIDEST part. Push a ruler against each face.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3227832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2EF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1112" y="3502152"/>
            <a:ext cx="420624" cy="420624"/>
          </a:xfrm>
          <a:prstGeom prst="ellipse">
            <a:avLst/>
          </a:prstGeom>
          <a:solidFill>
            <a:srgbClr val="D991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96328" y="34290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under load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96328" y="37764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heaviest attachment, drive fast, stop hard. Does anything lift?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55464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2E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5129784"/>
            <a:ext cx="420624" cy="420624"/>
          </a:xfrm>
          <a:prstGeom prst="ellipse">
            <a:avLst/>
          </a:prstGeom>
          <a:solidFill>
            <a:srgbClr val="D991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5129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50566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Maneuverability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5404104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it through the tightest gap on the mat.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4855464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2EF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1112" y="5129784"/>
            <a:ext cx="420624" cy="420624"/>
          </a:xfrm>
          <a:prstGeom prst="ellipse">
            <a:avLst/>
          </a:prstGeom>
          <a:solidFill>
            <a:srgbClr val="D991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11112" y="5129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196328" y="50566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repeatability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196328" y="5404104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1 m ten times. Do ten 90-degree turns. Measure the spread.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 Bot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 Khan  ·  free PDF  ·  225 build steps, 158 of them framing</a:t>
            </a:r>
            <a:endParaRPr lang="en-US" sz="1200" dirty="0"/>
          </a:p>
        </p:txBody>
      </p:sp>
      <p:pic>
        <p:nvPicPr>
          <p:cNvPr id="4" name="Image 0" descr="/tmp/claude-0/-home-claude/a2e74d5b-9ed8-59b7-ab05-85393039f9fd/scratchpad/img/compbot_final2_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577840" cy="42519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56692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robot - a fully enclosed shell, wheels entirely inside</a:t>
            </a:r>
            <a:endParaRPr lang="en-US" sz="1000" dirty="0"/>
          </a:p>
        </p:txBody>
      </p:sp>
      <p:pic>
        <p:nvPicPr>
          <p:cNvPr id="6" name="Image 1" descr="/tmp/claude-0/-home-claude/a2e74d5b-9ed8-59b7-ab05-85393039f9fd/scratchpad/img/compbot_final1_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325880"/>
            <a:ext cx="2606040" cy="17830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630936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robot, other side</a:t>
            </a:r>
            <a:endParaRPr lang="en-US" sz="1000" dirty="0"/>
          </a:p>
        </p:txBody>
      </p:sp>
      <p:pic>
        <p:nvPicPr>
          <p:cNvPr id="8" name="Image 2" descr="/tmp/claude-0/-home-claude/a2e74d5b-9ed8-59b7-ab05-85393039f9fd/scratchpad/img/compbot_drivetrain_c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25712" y="1325880"/>
            <a:ext cx="2606040" cy="17830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9125712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Drivetrain, before the frame goes on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6309360" y="3520440"/>
            <a:ext cx="5422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wheels sit completely inside the frame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attachment motors with dog-gear couplings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hub recessed into the top deck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and heaviest of the four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309360" y="4754880"/>
            <a:ext cx="5422392" cy="1691640"/>
          </a:xfrm>
          <a:prstGeom prst="roundRect">
            <a:avLst>
              <a:gd name="adj" fmla="val 4324"/>
            </a:avLst>
          </a:prstGeom>
          <a:solidFill>
            <a:srgbClr val="FBF3E7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537960" y="49194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52120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outside is flat on every side - nothing sticks out past it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bare drivetrain to the finished shell: the frame is most of the robot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size: can it fit between close mission models?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HummerOne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Level Teacher  ·  free with course signup  ·  73 build steps</a:t>
            </a:r>
            <a:endParaRPr lang="en-US" sz="1200" dirty="0"/>
          </a:p>
        </p:txBody>
      </p:sp>
      <p:pic>
        <p:nvPicPr>
          <p:cNvPr id="4" name="Image 0" descr="/tmp/claude-0/-home-claude/a2e74d5b-9ed8-59b7-ab05-85393039f9fd/scratchpad/img/hummer_final_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577840" cy="42519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56692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robot - perimeter frame with flat side and rear panels</a:t>
            </a:r>
            <a:endParaRPr lang="en-US" sz="1000" dirty="0"/>
          </a:p>
        </p:txBody>
      </p:sp>
      <p:pic>
        <p:nvPicPr>
          <p:cNvPr id="6" name="Image 1" descr="/tmp/claude-0/-home-claude/a2e74d5b-9ed8-59b7-ab05-85393039f9fd/scratchpad/img/hummer_frame_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325880"/>
            <a:ext cx="2606040" cy="17830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630936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Underside - the frame cage around the wheels</a:t>
            </a:r>
            <a:endParaRPr lang="en-US" sz="1000" dirty="0"/>
          </a:p>
        </p:txBody>
      </p:sp>
      <p:pic>
        <p:nvPicPr>
          <p:cNvPr id="8" name="Image 2" descr="/tmp/claude-0/-home-claude/a2e74d5b-9ed8-59b7-ab05-85393039f9fd/scratchpad/img/hummer_cover_c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25712" y="1325880"/>
            <a:ext cx="2606040" cy="17830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9125712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page from the build instructions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6309360" y="3520440"/>
            <a:ext cx="5422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bar on top for gliding attachments on and off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rear drive wheels plus a front support wheel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 frame - very little flex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footprint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309360" y="4754880"/>
            <a:ext cx="5422392" cy="1691640"/>
          </a:xfrm>
          <a:prstGeom prst="roundRect">
            <a:avLst>
              <a:gd name="adj" fmla="val 4324"/>
            </a:avLst>
          </a:prstGeom>
          <a:solidFill>
            <a:srgbClr val="FBF3E7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537960" y="49194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52120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magenta frame panels down the sides and across the back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front-left drive wheel stick out past that frame?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attachment bar across the top - how quick would a swap be?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StarterBot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Rules  ·  instructions cost $30  ·  18 x 19 studs, one core set</a:t>
            </a:r>
            <a:endParaRPr lang="en-US" sz="1200" dirty="0"/>
          </a:p>
        </p:txBody>
      </p:sp>
      <p:pic>
        <p:nvPicPr>
          <p:cNvPr id="4" name="Image 0" descr="/tmp/claude-0/-home-claude/a2e74d5b-9ed8-59b7-ab05-85393039f9fd/scratchpad/img/starterbot_sti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6035040" cy="34015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4846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still from the creator's video - we have no build instructions for this design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858000" y="1371600"/>
            <a:ext cx="4873752" cy="1965960"/>
          </a:xfrm>
          <a:prstGeom prst="roundRect">
            <a:avLst>
              <a:gd name="adj" fmla="val 3721"/>
            </a:avLst>
          </a:prstGeom>
          <a:solidFill>
            <a:srgbClr val="FBF3E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086600" y="153619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THIS BEFORE SCORING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18288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StarterBot - The AWESOME robot system for novice and rookie FLL teams  (12 min)</a:t>
            </a:r>
            <a:endParaRPr lang="en-US" sz="1200" dirty="0"/>
          </a:p>
        </p:txBody>
      </p:sp>
      <p:sp>
        <p:nvSpPr>
          <p:cNvPr id="9" name="Text 6">
            <a:hlinkClick r:id="rId2" tooltip=""/>
          </p:cNvPr>
          <p:cNvSpPr txBox="1"/>
          <p:nvPr/>
        </p:nvSpPr>
        <p:spPr>
          <a:xfrm>
            <a:off x="7086600" y="23957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A96A1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youtube.com/watch?v=oZh5O4pW1y4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2743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have one picture of this robot, so it is fair to leave its scores blank until we have watched the video.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3520440"/>
            <a:ext cx="4873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couple through gears, not pins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colour sensor tells the robot which attachment is fitted, so all our code lives in one program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gravity deliberately set toward the front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sides are NOT flat, so it does not square against a wall well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5120640"/>
            <a:ext cx="4873752" cy="1234440"/>
          </a:xfrm>
          <a:prstGeom prst="roundRect">
            <a:avLst>
              <a:gd name="adj" fmla="val 5926"/>
            </a:avLst>
          </a:prstGeom>
          <a:solidFill>
            <a:srgbClr val="F4F2E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086600" y="526694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WITH THIS ONE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554126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advertises easy wall alignment. Our own check says the sides are not flat - so treat that claim as marketing, not a measurement.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GummyBears / Droid Bot 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GummyBears Robotics and the Seshan Brothers  ·  both free  ·  about 31-39 steps</a:t>
            </a:r>
            <a:endParaRPr lang="en-US" sz="1200" dirty="0"/>
          </a:p>
        </p:txBody>
      </p:sp>
      <p:pic>
        <p:nvPicPr>
          <p:cNvPr id="4" name="Image 0" descr="/tmp/claude-0/-home-claude/a2e74d5b-9ed8-59b7-ab05-85393039f9fd/scratchpad/img/gb_final_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577840" cy="42519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56692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GummyBears build - compact chassis, wheels outboard</a:t>
            </a:r>
            <a:endParaRPr lang="en-US" sz="1000" dirty="0"/>
          </a:p>
        </p:txBody>
      </p:sp>
      <p:pic>
        <p:nvPicPr>
          <p:cNvPr id="6" name="Image 1" descr="/tmp/claude-0/-home-claude/a2e74d5b-9ed8-59b7-ab05-85393039f9fd/scratchpad/img/dbm_cover_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325880"/>
            <a:ext cx="2606040" cy="17830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630936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Droid Bot M - near-identical robot</a:t>
            </a:r>
            <a:endParaRPr lang="en-US" sz="1000" dirty="0"/>
          </a:p>
        </p:txBody>
      </p:sp>
      <p:pic>
        <p:nvPicPr>
          <p:cNvPr id="8" name="Image 2" descr="/tmp/claude-0/-home-claude/a2e74d5b-9ed8-59b7-ab05-85393039f9fd/scratchpad/img/dbm_module_c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25712" y="1325880"/>
            <a:ext cx="2606040" cy="17830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9125712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Droid Bot M attachment module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6309360" y="3520440"/>
            <a:ext cx="5422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published builds, so close we score them as one robot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and lightest here - best in tight spaces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the fastest to build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Droid Bot M also needs expansion-set parts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309360" y="4754880"/>
            <a:ext cx="5422392" cy="1691640"/>
          </a:xfrm>
          <a:prstGeom prst="roundRect">
            <a:avLst>
              <a:gd name="adj" fmla="val 4324"/>
            </a:avLst>
          </a:prstGeom>
          <a:solidFill>
            <a:srgbClr val="FBF3E7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537960" y="49194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52120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where the big wheels sit - do they stick out past the body?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squaring problem: nothing flat may be able to reach a wall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quickly we could build this against Comp Bot's 225 steps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four, side by side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scale problem every team has: the sturdiest robot is the biggest, and the nimblest is the least stable.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4F2EF"/>
          </a:solidFill>
          <a:ln/>
        </p:spPr>
      </p:sp>
      <p:pic>
        <p:nvPicPr>
          <p:cNvPr id="5" name="Image 0" descr="/tmp/claude-0/-home-claude/a2e74d5b-9ed8-59b7-ab05-85393039f9fd/scratchpad/img/compbot_final2_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91640"/>
            <a:ext cx="2331720" cy="1783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58444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Bot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8795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frame. Squares from any side. 225 steps.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46704" y="15087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4F2EF"/>
          </a:solidFill>
          <a:ln/>
        </p:spPr>
      </p:sp>
      <p:pic>
        <p:nvPicPr>
          <p:cNvPr id="9" name="Image 1" descr="/tmp/claude-0/-home-claude/a2e74d5b-9ed8-59b7-ab05-85393039f9fd/scratchpad/img/hummer_final_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83864" y="1691640"/>
            <a:ext cx="2331720" cy="1783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9584" y="358444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HummerOne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529584" y="418795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Glide-on attachment bar. Sturdy. 73 steps.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6208" y="15087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4F2EF"/>
          </a:solidFill>
          <a:ln/>
        </p:spPr>
      </p:sp>
      <p:pic>
        <p:nvPicPr>
          <p:cNvPr id="13" name="Image 2" descr="/tmp/claude-0/-home-claude/a2e74d5b-9ed8-59b7-ab05-85393039f9fd/scratchpad/img/starterbot_stil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73368" y="1691640"/>
            <a:ext cx="2331720" cy="17830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19088" y="358444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StarterBot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419088" y="418795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attachments. Sides not flat. $30.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125712" y="15087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4F2EF"/>
          </a:solidFill>
          <a:ln/>
        </p:spPr>
      </p:sp>
      <p:pic>
        <p:nvPicPr>
          <p:cNvPr id="17" name="Image 3" descr="/tmp/claude-0/-home-claude/a2e74d5b-9ed8-59b7-ab05-85393039f9fd/scratchpad/img/gb_final_c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62872" y="1691640"/>
            <a:ext cx="2331720" cy="1783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08592" y="358444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GummyBears / Droid Bot M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9308592" y="418795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quick to build, weakest squaring.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robot on its own merits first. Only compare them once everyone has their own numbers down.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D9913A"/>
          </a:solidFill>
          <a:ln/>
        </p:spPr>
      </p:sp>
      <p:sp>
        <p:nvSpPr>
          <p:cNvPr id="3" name="Shape 1"/>
          <p:cNvSpPr/>
          <p:nvPr/>
        </p:nvSpPr>
        <p:spPr>
          <a:xfrm>
            <a:off x="1600200" y="1143000"/>
            <a:ext cx="384048" cy="384048"/>
          </a:xfrm>
          <a:prstGeom prst="ellipse">
            <a:avLst/>
          </a:prstGeom>
          <a:solidFill>
            <a:srgbClr val="A96A1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fill in the spreadsheet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robot-design-scoring.xlsx  -  the Scoring tab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033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D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cells only. Everything else works itself out.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D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beats a guess. If we have not tested it, go and test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D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robot on one criterion before moving to the next.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D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why, not just the number. Judges ask about the why.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it's a Giraffe!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Design Scoring</dc:title>
  <dc:subject>PptxGenJS Presentation</dc:subject>
  <dc:creator>Look it's a Giraffe!</dc:creator>
  <cp:lastModifiedBy>Look it's a Giraffe!</cp:lastModifiedBy>
  <cp:revision>1</cp:revision>
  <dcterms:created xsi:type="dcterms:W3CDTF">2026-09-22T00:50:48Z</dcterms:created>
  <dcterms:modified xsi:type="dcterms:W3CDTF">2026-09-22T00:50:48Z</dcterms:modified>
</cp:coreProperties>
</file>